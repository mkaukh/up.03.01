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9A2180-007A-4DF0-8E59-115BEA62E3E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D5596E72-C9BB-457A-A365-6E1CD9CCA226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0" dirty="0" smtClean="0">
                <a:effectLst/>
                <a:latin typeface="+mn-lt"/>
              </a:rPr>
              <a:t>Разработка программы</a:t>
            </a:r>
            <a:endParaRPr lang="ru-RU" b="0" dirty="0">
              <a:effectLst/>
              <a:latin typeface="+mn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 </a:t>
            </a:r>
            <a:r>
              <a:rPr lang="ru-RU" dirty="0" err="1" smtClean="0"/>
              <a:t>Стельмашук</a:t>
            </a:r>
            <a:r>
              <a:rPr lang="ru-RU" dirty="0" smtClean="0"/>
              <a:t> М.Д. 431 группа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sho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08467"/>
            <a:ext cx="8229600" cy="4491990"/>
          </a:xfrm>
          <a:prstGeom prst="rect">
            <a:avLst/>
          </a:prstGeom>
          <a:noFill/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+mn-lt"/>
              </a:rPr>
              <a:t>Зашел на сайт для создания приложения </a:t>
            </a:r>
            <a:endParaRPr lang="ru-RU" sz="2800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sho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708467"/>
            <a:ext cx="8229600" cy="4491990"/>
          </a:xfrm>
          <a:prstGeom prst="rect">
            <a:avLst/>
          </a:prstGeom>
          <a:noFill/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+mn-lt"/>
              </a:rPr>
              <a:t>Начинаю создавать приложение</a:t>
            </a:r>
            <a:endParaRPr lang="ru-RU" sz="2800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sho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708467"/>
            <a:ext cx="8229600" cy="4491990"/>
          </a:xfrm>
          <a:prstGeom prst="rect">
            <a:avLst/>
          </a:prstGeom>
          <a:noFill/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+mn-lt"/>
              </a:rPr>
              <a:t>Настраиваю значок приложения</a:t>
            </a:r>
            <a:endParaRPr lang="ru-RU" sz="28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sho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708467"/>
            <a:ext cx="8229600" cy="4491990"/>
          </a:xfrm>
          <a:prstGeom prst="rect">
            <a:avLst/>
          </a:prstGeom>
          <a:noFill/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+mn-lt"/>
              </a:rPr>
              <a:t>Настраиваю вид макета приложения</a:t>
            </a:r>
            <a:endParaRPr lang="ru-RU" sz="2800" dirty="0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sho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708467"/>
            <a:ext cx="8229600" cy="4491990"/>
          </a:xfrm>
          <a:prstGeom prst="rect">
            <a:avLst/>
          </a:prstGeom>
          <a:noFill/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+mn-lt"/>
              </a:rPr>
              <a:t>Выбираю дополнительные возможности</a:t>
            </a:r>
            <a:endParaRPr lang="ru-RU" sz="2800"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sho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708467"/>
            <a:ext cx="8229600" cy="4491990"/>
          </a:xfrm>
          <a:prstGeom prst="rect">
            <a:avLst/>
          </a:prstGeom>
          <a:noFill/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+mn-lt"/>
              </a:rPr>
              <a:t>Создал ссылку </a:t>
            </a:r>
            <a:r>
              <a:rPr lang="ru-RU" sz="2800" smtClean="0">
                <a:latin typeface="+mn-lt"/>
              </a:rPr>
              <a:t>для скачивания </a:t>
            </a:r>
            <a:endParaRPr lang="ru-RU" sz="2800" dirty="0">
              <a:latin typeface="+mn-l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18</TotalTime>
  <Words>32</Words>
  <Application>Microsoft Office PowerPoint</Application>
  <PresentationFormat>Экран (4:3)</PresentationFormat>
  <Paragraphs>8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Апекс</vt:lpstr>
      <vt:lpstr>Разработка программы</vt:lpstr>
      <vt:lpstr>Зашел на сайт для создания приложения </vt:lpstr>
      <vt:lpstr>Начинаю создавать приложение</vt:lpstr>
      <vt:lpstr>Настраиваю значок приложения</vt:lpstr>
      <vt:lpstr>Настраиваю вид макета приложения</vt:lpstr>
      <vt:lpstr>Выбираю дополнительные возможности</vt:lpstr>
      <vt:lpstr>Создал ссылку для скачивания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</dc:title>
  <dc:creator>Пользователь Windows</dc:creator>
  <cp:lastModifiedBy>Пользователь Windows</cp:lastModifiedBy>
  <cp:revision>2</cp:revision>
  <dcterms:created xsi:type="dcterms:W3CDTF">2026-09-07T04:00:42Z</dcterms:created>
  <dcterms:modified xsi:type="dcterms:W3CDTF">2026-09-07T04:19:22Z</dcterms:modified>
</cp:coreProperties>
</file>